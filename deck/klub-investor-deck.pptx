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194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spc="-400" kern="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KLUB</a:t>
            </a:r>
            <a:endParaRPr lang="en-US" sz="16000" dirty="0"/>
          </a:p>
        </p:txBody>
      </p:sp>
      <p:sp>
        <p:nvSpPr>
          <p:cNvPr id="5" name="Text 3"/>
          <p:cNvSpPr/>
          <p:nvPr/>
        </p:nvSpPr>
        <p:spPr>
          <a:xfrm>
            <a:off x="548640" y="3749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with the klub.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Members-only on-chain perps. Built on Bulk Exchange.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91295" y="5852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ROUND ·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91295" y="6126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6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INVESTOR DECK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194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7772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perps
were built for quants.
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pays the tuition.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046720" y="137160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0" b="1" spc="-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~60%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8046720" y="3108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retail liquidated</a:t>
            </a:r>
            <a:endParaRPr lang="en-US" sz="1400" dirty="0"/>
          </a:p>
          <a:p>
            <a:pPr algn="r"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their first 30 days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2606040" cy="1645920"/>
          </a:xfrm>
          <a:prstGeom prst="rect">
            <a:avLst/>
          </a:prstGeom>
          <a:solidFill>
            <a:srgbClr val="171717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size positions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5257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in dollars, not exposure.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4206240"/>
            <a:ext cx="2606040" cy="1645920"/>
          </a:xfrm>
          <a:prstGeom prst="rect">
            <a:avLst/>
          </a:prstGeom>
          <a:solidFill>
            <a:srgbClr val="171717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20440" y="4709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understand funding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20440" y="5257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it's a fee. It's a rent.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4206240"/>
            <a:ext cx="2606040" cy="1645920"/>
          </a:xfrm>
          <a:prstGeom prst="rect">
            <a:avLst/>
          </a:prstGeom>
          <a:solidFill>
            <a:srgbClr val="171717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4709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practice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5257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exists; nobody finds 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15400" y="4206240"/>
            <a:ext cx="2606040" cy="1645920"/>
          </a:xfrm>
          <a:prstGeom prst="rect">
            <a:avLst/>
          </a:prstGeom>
          <a:solidFill>
            <a:srgbClr val="171717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4343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098280" y="4709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on-ramp that fits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98280" y="5257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bridges, one fat finger.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 · MEMBERS-ONLY ON-CHAIN PERPS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545775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194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plumbing is finally world-class.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cockpit for retail isn't.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3127248"/>
            <a:ext cx="9144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engines caught up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perps now run at 5–20ms matching latency (Bulk, Hyperliquid). Speed is no longer the bottleneck — interface 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3127248"/>
            <a:ext cx="9144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wallets are first-class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3429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and others expose scoped, revocable signing keys natively. Non-custodial copy trading is buildable today in a way it wasn't 18 months ago.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818888"/>
            <a:ext cx="9144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capital is migrating on-chain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120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Fiat on-ramps into Solana are mainstream (Coinbase, MoonPay, Stripe). The last-mile problem retail faced in 2022 is solved.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4818888"/>
            <a:ext cx="91440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709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pressure reshaping CEX experience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512064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US-market CEX retreat is accelerating migration to permissionless venues — for the 95% of the world not locked out.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 · MEMBERS-ONLY ON-CHAIN PERPS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45775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194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a pro has.
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guardrail retail needs.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66160" cy="2560320"/>
          </a:xfrm>
          <a:prstGeom prst="rect">
            <a:avLst/>
          </a:prstGeom>
          <a:solidFill>
            <a:srgbClr val="171717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leaderboard of traders, ranked net of fees and funding. One-tap mirror with allocation caps, stop-loss override, pause.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66160" cy="2560320"/>
          </a:xfrm>
          <a:prstGeom prst="rect">
            <a:avLst/>
          </a:prstGeom>
          <a:solidFill>
            <a:srgbClr val="171717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7720" y="36118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Pre-trade calculator: liquidation price, PnL at target, loss at stop, funding per 8h, breakeven move, R:R. Screams when the stop is beyond liquidation.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3017520"/>
            <a:ext cx="3566160" cy="2560320"/>
          </a:xfrm>
          <a:prstGeom prst="rect">
            <a:avLst/>
          </a:prstGeom>
          <a:solidFill>
            <a:srgbClr val="171717"/>
          </a:solidFill>
          <a:ln w="9525">
            <a:solidFill>
              <a:srgbClr val="3F3F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0" y="361188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 alerts at 25% / 10% / 3% buffer. Push, email, Telegram. One-tap actions: add margin, reduce, close. Fires whether the app is open or not.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760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V2: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34440" y="5760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BASIS — funding vault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5760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DESK — arb engine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75320" y="5760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 PRO — terminal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 · MEMBERS-ONLY ON-CHAIN PERPS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45775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194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· THE HERO MOMENT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calculator that shows the liquidation price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hit the button.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86400" cy="3291840"/>
          </a:xfrm>
          <a:prstGeom prst="rect">
            <a:avLst/>
          </a:prstGeom>
          <a:solidFill>
            <a:srgbClr val="171717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137160" cy="274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926080"/>
            <a:ext cx="27432" cy="137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97880" y="6080760"/>
            <a:ext cx="137160" cy="274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97880" y="6080760"/>
            <a:ext cx="27432" cy="137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LIQUIDATION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spc="-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$58,940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914400" y="5029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12.6% adverse move from entry · BTC-USD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5440680"/>
            <a:ext cx="4754880" cy="45720"/>
          </a:xfrm>
          <a:prstGeom prst="rect">
            <a:avLst/>
          </a:prstGeom>
          <a:solidFill>
            <a:srgbClr val="262626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440680"/>
            <a:ext cx="1097280" cy="457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669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YOUR STOP IS BEYOND LIQUIDATION. TIGHTEN OR REDUCE LEVERAGE.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7512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retail sees everywhere else: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0" y="33832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"10x leverage · Enter long"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 price? Calculate it yourself. Funding? Hope it's negative. Stop below liq? Good luck.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klub sees: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51206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Liq price: $58,940 (12.6% buffer)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Funding: $0.81 / 8h at 0.01% rate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beyond liq: CAUGHT, red warning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R:R: 1.94 : 1 computed live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 · MEMBERS-ONLY ON-CHAIN PERPS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545775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194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enough to matter.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enough to win.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566160" cy="2377440"/>
          </a:xfrm>
          <a:prstGeom prst="rect">
            <a:avLst/>
          </a:prstGeom>
          <a:solidFill>
            <a:srgbClr val="171717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~30M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retail perpetual-futures traders (CEX + DEX)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3017520"/>
            <a:ext cx="3566160" cy="2377440"/>
          </a:xfrm>
          <a:prstGeom prst="rect">
            <a:avLst/>
          </a:prstGeom>
          <a:solidFill>
            <a:srgbClr val="171717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35204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~10M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663440" y="4572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ex-US/UK comfortable on-chain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3017520"/>
            <a:ext cx="3566160" cy="2377440"/>
          </a:xfrm>
          <a:prstGeom prst="rect">
            <a:avLst/>
          </a:prstGeom>
          <a:solidFill>
            <a:srgbClr val="171717"/>
          </a:solidFill>
          <a:ln w="9525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 (Y1)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503920" y="35204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~100k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8503920" y="4572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Waitlist-gated early cohort, mainnet + testnet batches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Volumes: on-chain perps volumes crossed $2T annualized in 2024, with retail share rising as CEX alternatives expand.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 · MEMBERS-ONLY ON-CHAIN PERPS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45775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194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revenue streams.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 at launch.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11064240" cy="685800"/>
          </a:xfrm>
          <a:prstGeom prst="rect">
            <a:avLst/>
          </a:prstGeom>
          <a:solidFill>
            <a:srgbClr val="171717"/>
          </a:solidFill>
          <a:ln w="635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92608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2926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Copy-trade performance fee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35040" y="29260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on net mirrored PnL. Split 10% leader / 10% platform.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835640" y="3154680"/>
            <a:ext cx="548640" cy="228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35640" y="3154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11064240" cy="685800"/>
          </a:xfrm>
          <a:prstGeom prst="rect">
            <a:avLst/>
          </a:prstGeom>
          <a:solidFill>
            <a:srgbClr val="171717"/>
          </a:solidFill>
          <a:ln w="6350">
            <a:solidFill>
              <a:srgbClr val="26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70332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63040" y="3703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vault management fee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35040" y="3703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management + 20% performance on funding-harvest yield.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835640" y="3931920"/>
            <a:ext cx="548640" cy="228600"/>
          </a:xfrm>
          <a:prstGeom prst="rect">
            <a:avLst/>
          </a:prstGeom>
          <a:solidFill>
            <a:srgbClr val="26262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35640" y="39319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1064240" cy="685800"/>
          </a:xfrm>
          <a:prstGeom prst="rect">
            <a:avLst/>
          </a:prstGeom>
          <a:solidFill>
            <a:srgbClr val="171717"/>
          </a:solidFill>
          <a:ln w="6350">
            <a:solidFill>
              <a:srgbClr val="26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8056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4480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rebate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5040" y="448056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bps from the ramp provider on retail deposits.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835640" y="4709160"/>
            <a:ext cx="548640" cy="228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835640" y="47091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64240" cy="685800"/>
          </a:xfrm>
          <a:prstGeom prst="rect">
            <a:avLst/>
          </a:prstGeom>
          <a:solidFill>
            <a:srgbClr val="171717"/>
          </a:solidFill>
          <a:ln w="6350">
            <a:solidFill>
              <a:srgbClr val="26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25780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63040" y="52578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Integrator PFOF share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35040" y="52578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with Bulk on routed volume, pending integrator terms.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835640" y="5486400"/>
            <a:ext cx="548640" cy="228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835640" y="54864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400" kern="0" dirty="0">
                <a:solidFill>
                  <a:srgbClr val="0A0A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 · MEMBERS-ONLY ON-CHAIN PERPS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45775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194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Everyone's building for the quants again.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the only one building the cockpit.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5486400" cy="1645920"/>
          </a:xfrm>
          <a:prstGeom prst="rect">
            <a:avLst/>
          </a:prstGeom>
          <a:solidFill>
            <a:srgbClr val="171717"/>
          </a:solidFill>
          <a:ln w="635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108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DEXes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74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Hyperliquid · dYdX · GMX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engines, pro-trader UX. Retail welcome but not catered to. No in-product copy trading or liquidation coaching.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926080"/>
            <a:ext cx="5486400" cy="1645920"/>
          </a:xfrm>
          <a:prstGeom prst="rect">
            <a:avLst/>
          </a:prstGeom>
          <a:solidFill>
            <a:srgbClr val="171717"/>
          </a:solidFill>
          <a:ln w="6350">
            <a:solidFill>
              <a:srgbClr val="26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3108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Social-trading attempts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3474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SocialFi copy-trade apps · FTW copy · eToro clones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46520" y="37947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Gross-PnL leaderboards, custodial models, weak risk disclosure. Retail-washing, not retail-serving.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5486400" cy="1645920"/>
          </a:xfrm>
          <a:prstGeom prst="rect">
            <a:avLst/>
          </a:prstGeom>
          <a:solidFill>
            <a:srgbClr val="171717"/>
          </a:solidFill>
          <a:ln w="6350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937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aggregators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Liminal · Ethena-adjacent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56235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vault products. Not a front-end superapp — they compete with our Basis feature, not the whole KLUB.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4754880"/>
            <a:ext cx="5486400" cy="1645920"/>
          </a:xfrm>
          <a:prstGeom prst="rect">
            <a:avLst/>
          </a:prstGeom>
          <a:solidFill>
            <a:srgbClr val="0A0A0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9377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category we're defining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46520" y="56235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Retail-first cockpit: opt-in leaderboard, live pre-trade math, liquidation alerts, testnet journal, ramp. Non-custodial throughout.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 · MEMBERS-ONLY ON-CHAIN PERPS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545775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194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leaderboard is a network effect.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leaders are hand-curated.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3090672"/>
            <a:ext cx="73152" cy="228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leader roster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4290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onboarded, opt-in, non-exclusive — but the roster is the product. A cloned KLUB without these 20 names is a shell.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3090672"/>
            <a:ext cx="73152" cy="228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34290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Non-custodial throughout, geoblocked at launch, disclosure-first. A competitor that cuts these corners moves faster now, faster to a C&amp;D later.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828032"/>
            <a:ext cx="73152" cy="228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integrator partnership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1663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relationship with the exchange, potential PFOF share, preferential data access. Replicable only by negotiation, not by forking UI.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4828032"/>
            <a:ext cx="73152" cy="2286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taste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51663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Math, the stress-test slider, the alert tier system — all small decisions whose composite is what retail actually feels. Hard to reverse-engineer, easy to copy superficially.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 · MEMBERS-ONLY ON-CHAIN PERPS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545775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194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TRACTION · 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the open.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in batches.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228600" cy="228600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3305556"/>
            <a:ext cx="1691640" cy="18288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Foundations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Monorepo, brand, API client, landing page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3200400"/>
            <a:ext cx="228600" cy="228600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3305556"/>
            <a:ext cx="1691640" cy="18288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Core math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77440" y="3840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Math, Portfolio Health, auth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3200400"/>
            <a:ext cx="228600" cy="228600"/>
          </a:xfrm>
          <a:prstGeom prst="ellipse">
            <a:avLst/>
          </a:prstGeom>
          <a:solidFill>
            <a:srgbClr val="A78BFA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3305556"/>
            <a:ext cx="1691640" cy="18288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 Differentiators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297680" y="3840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Follow, Practice, Trade, Invite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3200400"/>
            <a:ext cx="228600" cy="228600"/>
          </a:xfrm>
          <a:prstGeom prst="ellipse">
            <a:avLst/>
          </a:prstGeom>
          <a:solidFill>
            <a:srgbClr val="171717"/>
          </a:solidFill>
          <a:ln w="19050">
            <a:solidFill>
              <a:srgbClr val="3F3F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12280" y="3305556"/>
            <a:ext cx="1691640" cy="18288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P3.5 Backend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3840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Copy-trade, Postgres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03920" y="3200400"/>
            <a:ext cx="228600" cy="228600"/>
          </a:xfrm>
          <a:prstGeom prst="ellipse">
            <a:avLst/>
          </a:prstGeom>
          <a:solidFill>
            <a:srgbClr val="171717"/>
          </a:solidFill>
          <a:ln w="19050">
            <a:solidFill>
              <a:srgbClr val="3F3F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32520" y="3305556"/>
            <a:ext cx="1691640" cy="18288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 GTM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38160" y="3840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Deck, Leader onboarding, Content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424160" y="3200400"/>
            <a:ext cx="228600" cy="228600"/>
          </a:xfrm>
          <a:prstGeom prst="ellipse">
            <a:avLst/>
          </a:prstGeom>
          <a:solidFill>
            <a:srgbClr val="171717"/>
          </a:solidFill>
          <a:ln w="19050">
            <a:solidFill>
              <a:srgbClr val="3F3F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0" y="3566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3A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0" y="3840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batches then Mainnet V1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STATE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51206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Phase 3 complete: 6 product surfaces shipped (landing, calculator, health, trade, follow, practice)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Bulk integrator program accepted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Waitlist open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Leader roster: manually onboarding toward 20 seed leaders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 · MEMBERS-ONLY ON-CHAIN PERPS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545775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194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traders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got tired of watching friends blow up.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3200400"/>
            <a:ext cx="3566160" cy="2560320"/>
          </a:xfrm>
          <a:prstGeom prst="rect">
            <a:avLst/>
          </a:prstGeom>
          <a:solidFill>
            <a:srgbClr val="171717"/>
          </a:solidFill>
          <a:ln w="6350">
            <a:solidFill>
              <a:srgbClr val="26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3474720"/>
            <a:ext cx="822960" cy="822960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[Founder · CEO]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[Prior trader / operator]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3200400"/>
            <a:ext cx="3566160" cy="2560320"/>
          </a:xfrm>
          <a:prstGeom prst="rect">
            <a:avLst/>
          </a:prstGeom>
          <a:solidFill>
            <a:srgbClr val="171717"/>
          </a:solidFill>
          <a:ln w="6350">
            <a:solidFill>
              <a:srgbClr val="26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3474720"/>
            <a:ext cx="822960" cy="822960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4389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[Co-founder · CTO]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4846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[Prior engineer / DeFi]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3200400"/>
            <a:ext cx="3566160" cy="2560320"/>
          </a:xfrm>
          <a:prstGeom prst="rect">
            <a:avLst/>
          </a:prstGeom>
          <a:solidFill>
            <a:srgbClr val="171717"/>
          </a:solidFill>
          <a:ln w="6350">
            <a:solidFill>
              <a:srgbClr val="2626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9640" y="3474720"/>
            <a:ext cx="822960" cy="822960"/>
          </a:xfrm>
          <a:prstGeom prst="rect">
            <a:avLst/>
          </a:prstGeom>
          <a:solidFill>
            <a:srgbClr val="3F3F46"/>
          </a:solidFill>
          <a:ln w="12700">
            <a:solidFill>
              <a:srgbClr val="3F3F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4389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 · Product]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4846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[Prior design lead]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advisors · pending leader-founder intros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 · MEMBERS-ONLY ON-CHAIN PERPS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45775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2194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AFA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[$AMOUNT]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[valuation] to ship V1 and onboard 20 leaders.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OF FUNDS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3.5 backend + V2 Basis vault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4160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seeding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Performance-fee guarantees for top 20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4709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3736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 content + waitlist drip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257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737360" y="5257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+ ops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Geoblocking, TOS, compliance counsel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3200400"/>
            <a:ext cx="4297680" cy="2560320"/>
          </a:xfrm>
          <a:prstGeom prst="rect">
            <a:avLst/>
          </a:prstGeom>
          <a:solidFill>
            <a:srgbClr val="171717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THE KLUB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40690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AFA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walkthrough of live product, testnet invite, and leader roster brief.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hello@klub.trade · klub.trade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KLUB · MEMBERS-ONLY ON-CHAIN PERPS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45775" y="6492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KLUB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KLUB — Members-only on-chain perps</dc:title>
  <dc:subject>PptxGenJS Presentation</dc:subject>
  <dc:creator>KLUB</dc:creator>
  <cp:lastModifiedBy>KLUB</cp:lastModifiedBy>
  <cp:revision>1</cp:revision>
  <dcterms:created xsi:type="dcterms:W3CDTF">2026-04-18T21:48:52Z</dcterms:created>
  <dcterms:modified xsi:type="dcterms:W3CDTF">2026-04-18T21:48:52Z</dcterms:modified>
</cp:coreProperties>
</file>